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8229600" cy="146304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Inter" panose="020B0604020202020204" charset="0"/>
      <p:regular r:id="rId13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61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2427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91013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Taxify: Automação Inteligente de Documentos Fiscais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85751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Projeto do Grupo Metadron – Desafio 2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547556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Junho de 2025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9113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O desafio da gestão fiscal no Brasil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14885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sistema tributário é complexo e mutável.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459105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Há alto volume de documentos fiscais.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503324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Processos manuais causam retrabalho e erros.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547544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Pequenas e médias empresas carecem de automação.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32604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Agente inteligente para classificar e revisar documentos fiscais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299103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44253" y="3433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Entrada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1644253" y="3924181"/>
            <a:ext cx="670595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Documento fiscal (XML, texto, lista)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854059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644253" y="49887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Processamento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1644253" y="5479137"/>
            <a:ext cx="670595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Classificação automática, sugestão de CFOP, validação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6409015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644253" y="65436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Saída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1644253" y="7034093"/>
            <a:ext cx="670595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Agrupamento, exportação, explicações claras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43232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Quem se beneficia?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48126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F8ECD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530906" y="35591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Profissionais Fiscais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4049554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Contadores e especialistas em compliance simplificam rotinas.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3790" y="486608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F8ECD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530906" y="49439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Equipes de Auditoria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530906" y="5434370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Analistas usam a ferramenta para validar documentos.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7466" y="532209"/>
            <a:ext cx="10141982" cy="604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Fluxo de interação com o agente inteligente</a:t>
            </a:r>
            <a:endParaRPr lang="en-US" sz="3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8786" y="3295055"/>
            <a:ext cx="9292709" cy="929270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711" y="6835140"/>
            <a:ext cx="326588" cy="408265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8786" y="3295055"/>
            <a:ext cx="9292709" cy="9292709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7610" y="5273040"/>
            <a:ext cx="326588" cy="408265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68786" y="3295055"/>
            <a:ext cx="9292709" cy="9292709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9710" y="4371142"/>
            <a:ext cx="326588" cy="408265"/>
          </a:xfrm>
          <a:prstGeom prst="rect">
            <a:avLst/>
          </a:prstGeom>
        </p:spPr>
      </p:pic>
      <p:pic>
        <p:nvPicPr>
          <p:cNvPr id="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68786" y="3295055"/>
            <a:ext cx="9292709" cy="9292709"/>
          </a:xfrm>
          <a:prstGeom prst="rect">
            <a:avLst/>
          </a:prstGeom>
        </p:spPr>
      </p:pic>
      <p:pic>
        <p:nvPicPr>
          <p:cNvPr id="1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53626" y="4371142"/>
            <a:ext cx="326588" cy="408265"/>
          </a:xfrm>
          <a:prstGeom prst="rect">
            <a:avLst/>
          </a:prstGeom>
        </p:spPr>
      </p:pic>
      <p:pic>
        <p:nvPicPr>
          <p:cNvPr id="11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68786" y="3295055"/>
            <a:ext cx="9292709" cy="9292709"/>
          </a:xfrm>
          <a:prstGeom prst="rect">
            <a:avLst/>
          </a:prstGeom>
        </p:spPr>
      </p:pic>
      <p:pic>
        <p:nvPicPr>
          <p:cNvPr id="12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15726" y="5273040"/>
            <a:ext cx="326588" cy="408265"/>
          </a:xfrm>
          <a:prstGeom prst="rect">
            <a:avLst/>
          </a:prstGeom>
        </p:spPr>
      </p:pic>
      <p:pic>
        <p:nvPicPr>
          <p:cNvPr id="13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68786" y="3295055"/>
            <a:ext cx="9292709" cy="9292709"/>
          </a:xfrm>
          <a:prstGeom prst="rect">
            <a:avLst/>
          </a:prstGeom>
        </p:spPr>
      </p:pic>
      <p:pic>
        <p:nvPicPr>
          <p:cNvPr id="14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517624" y="6835140"/>
            <a:ext cx="326588" cy="408265"/>
          </a:xfrm>
          <a:prstGeom prst="rect">
            <a:avLst/>
          </a:prstGeom>
        </p:spPr>
      </p:pic>
      <p:sp>
        <p:nvSpPr>
          <p:cNvPr id="15" name="Text 1"/>
          <p:cNvSpPr/>
          <p:nvPr/>
        </p:nvSpPr>
        <p:spPr>
          <a:xfrm>
            <a:off x="677466" y="4052888"/>
            <a:ext cx="1970603" cy="309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Envio do documento</a:t>
            </a:r>
            <a:endParaRPr lang="en-US" sz="1500" dirty="0"/>
          </a:p>
        </p:txBody>
      </p:sp>
      <p:sp>
        <p:nvSpPr>
          <p:cNvPr id="16" name="Text 2"/>
          <p:cNvSpPr/>
          <p:nvPr/>
        </p:nvSpPr>
        <p:spPr>
          <a:xfrm>
            <a:off x="677466" y="4478655"/>
            <a:ext cx="1970603" cy="495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2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Carregamento de XML, texto ou outros formatos.</a:t>
            </a:r>
            <a:endParaRPr lang="en-US" sz="1200" dirty="0"/>
          </a:p>
        </p:txBody>
      </p:sp>
      <p:sp>
        <p:nvSpPr>
          <p:cNvPr id="17" name="Text 3"/>
          <p:cNvSpPr/>
          <p:nvPr/>
        </p:nvSpPr>
        <p:spPr>
          <a:xfrm>
            <a:off x="2938343" y="2803088"/>
            <a:ext cx="1970723" cy="309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Identificação do tipo</a:t>
            </a:r>
            <a:endParaRPr lang="en-US" sz="1500" dirty="0"/>
          </a:p>
        </p:txBody>
      </p:sp>
      <p:sp>
        <p:nvSpPr>
          <p:cNvPr id="18" name="Text 4"/>
          <p:cNvSpPr/>
          <p:nvPr/>
        </p:nvSpPr>
        <p:spPr>
          <a:xfrm>
            <a:off x="2938343" y="3228856"/>
            <a:ext cx="1970723" cy="495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2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Reconhecimento automático do documento.</a:t>
            </a:r>
            <a:endParaRPr lang="en-US" sz="1200" dirty="0"/>
          </a:p>
        </p:txBody>
      </p:sp>
      <p:sp>
        <p:nvSpPr>
          <p:cNvPr id="19" name="Text 5"/>
          <p:cNvSpPr/>
          <p:nvPr/>
        </p:nvSpPr>
        <p:spPr>
          <a:xfrm>
            <a:off x="5199340" y="1771888"/>
            <a:ext cx="1970603" cy="619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Classificação da operação</a:t>
            </a:r>
            <a:endParaRPr lang="en-US" sz="1500" dirty="0"/>
          </a:p>
        </p:txBody>
      </p:sp>
      <p:sp>
        <p:nvSpPr>
          <p:cNvPr id="20" name="Text 6"/>
          <p:cNvSpPr/>
          <p:nvPr/>
        </p:nvSpPr>
        <p:spPr>
          <a:xfrm>
            <a:off x="5199340" y="2507337"/>
            <a:ext cx="1970603" cy="495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2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Análise e categorização da transação fiscal.</a:t>
            </a:r>
            <a:endParaRPr lang="en-US" sz="1200" dirty="0"/>
          </a:p>
        </p:txBody>
      </p:sp>
      <p:sp>
        <p:nvSpPr>
          <p:cNvPr id="21" name="Text 7"/>
          <p:cNvSpPr/>
          <p:nvPr/>
        </p:nvSpPr>
        <p:spPr>
          <a:xfrm>
            <a:off x="7460218" y="1524119"/>
            <a:ext cx="1970723" cy="619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Sugestão de CFOP e validações</a:t>
            </a:r>
            <a:endParaRPr lang="en-US" sz="1500" dirty="0"/>
          </a:p>
        </p:txBody>
      </p:sp>
      <p:sp>
        <p:nvSpPr>
          <p:cNvPr id="22" name="Text 8"/>
          <p:cNvSpPr/>
          <p:nvPr/>
        </p:nvSpPr>
        <p:spPr>
          <a:xfrm>
            <a:off x="7460218" y="2259568"/>
            <a:ext cx="1970723" cy="743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2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CFOPs recomendados e verificações de conformidade.</a:t>
            </a:r>
            <a:endParaRPr lang="en-US" sz="1200" dirty="0"/>
          </a:p>
        </p:txBody>
      </p:sp>
      <p:sp>
        <p:nvSpPr>
          <p:cNvPr id="23" name="Text 9"/>
          <p:cNvSpPr/>
          <p:nvPr/>
        </p:nvSpPr>
        <p:spPr>
          <a:xfrm>
            <a:off x="9721215" y="2493407"/>
            <a:ext cx="1970723" cy="619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Agrupamento de dados</a:t>
            </a:r>
            <a:endParaRPr lang="en-US" sz="1500" dirty="0"/>
          </a:p>
        </p:txBody>
      </p:sp>
      <p:sp>
        <p:nvSpPr>
          <p:cNvPr id="24" name="Text 10"/>
          <p:cNvSpPr/>
          <p:nvPr/>
        </p:nvSpPr>
        <p:spPr>
          <a:xfrm>
            <a:off x="9721215" y="3228856"/>
            <a:ext cx="1970723" cy="495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2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Consolidação de informações relevantes.</a:t>
            </a:r>
            <a:endParaRPr lang="en-US" sz="1200" dirty="0"/>
          </a:p>
        </p:txBody>
      </p:sp>
      <p:sp>
        <p:nvSpPr>
          <p:cNvPr id="25" name="Text 11"/>
          <p:cNvSpPr/>
          <p:nvPr/>
        </p:nvSpPr>
        <p:spPr>
          <a:xfrm>
            <a:off x="11982212" y="3743206"/>
            <a:ext cx="1970603" cy="619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Exportação dos resultados</a:t>
            </a:r>
            <a:endParaRPr lang="en-US" sz="1500" dirty="0"/>
          </a:p>
        </p:txBody>
      </p:sp>
      <p:sp>
        <p:nvSpPr>
          <p:cNvPr id="26" name="Text 12"/>
          <p:cNvSpPr/>
          <p:nvPr/>
        </p:nvSpPr>
        <p:spPr>
          <a:xfrm>
            <a:off x="11982212" y="4478655"/>
            <a:ext cx="1970603" cy="495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2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Relatórios e integração com outros sistemas.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920597"/>
            <a:ext cx="689336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Por que o Taxify importa?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96953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Taxify otimiza processos fiscais com inteligência e eficiência.</a:t>
            </a:r>
            <a:endParaRPr lang="en-US" sz="17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3587591"/>
            <a:ext cx="680442" cy="68044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244120" y="3778925"/>
            <a:ext cx="267247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Reduz tempo e erro humano</a:t>
            </a:r>
            <a:endParaRPr lang="en-US" sz="2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0084" y="3587591"/>
            <a:ext cx="680442" cy="68044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164014" y="3778925"/>
            <a:ext cx="2672596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Aumenta a conformidade fiscal</a:t>
            </a:r>
            <a:endParaRPr lang="en-US" sz="22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0190" y="5408890"/>
            <a:ext cx="680442" cy="68044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244120" y="5600224"/>
            <a:ext cx="267247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Elimina tarefas repetitivas</a:t>
            </a:r>
            <a:endParaRPr lang="en-US" sz="22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00084" y="5408890"/>
            <a:ext cx="680442" cy="680442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1164014" y="5600224"/>
            <a:ext cx="267259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Fácil integração com sistemas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217</Words>
  <Application>Microsoft Office PowerPoint</Application>
  <PresentationFormat>Personalizar</PresentationFormat>
  <Paragraphs>45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1" baseType="lpstr">
      <vt:lpstr>Arial</vt:lpstr>
      <vt:lpstr>Calibri</vt:lpstr>
      <vt:lpstr>Inter</vt:lpstr>
      <vt:lpstr>Bricolage Grotesque Semi 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Milena Vitoria Fagundes Cantu</cp:lastModifiedBy>
  <cp:revision>1</cp:revision>
  <dcterms:created xsi:type="dcterms:W3CDTF">2025-06-10T23:54:40Z</dcterms:created>
  <dcterms:modified xsi:type="dcterms:W3CDTF">2025-06-10T23:57:45Z</dcterms:modified>
</cp:coreProperties>
</file>